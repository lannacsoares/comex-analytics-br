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Acuracia</c:v>
                </c:pt>
              </c:strCache>
            </c:strRef>
          </c:tx>
          <c:spPr>
            <a:solidFill>
              <a:srgbClr val="13678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KNN</c:v>
                  </c:pt>
                  <c:pt idx="1">
                    <c:v>Arvore</c:v>
                  </c:pt>
                  <c:pt idx="2">
                    <c:v>Random Forest</c:v>
                  </c:pt>
                  <c:pt idx="3">
                    <c:v>Reg. Logistica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0.827</c:v>
                </c:pt>
                <c:pt idx="1">
                  <c:v>0.809</c:v>
                </c:pt>
                <c:pt idx="2">
                  <c:v>0.823</c:v>
                </c:pt>
                <c:pt idx="3">
                  <c:v>0.833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E0A03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KNN</c:v>
                  </c:pt>
                  <c:pt idx="1">
                    <c:v>Arvore</c:v>
                  </c:pt>
                  <c:pt idx="2">
                    <c:v>Random Forest</c:v>
                  </c:pt>
                  <c:pt idx="3">
                    <c:v>Reg. Logistica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0.829</c:v>
                </c:pt>
                <c:pt idx="1">
                  <c:v>0.81</c:v>
                </c:pt>
                <c:pt idx="2">
                  <c:v>0.821</c:v>
                </c:pt>
                <c:pt idx="3">
                  <c:v>0.832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A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367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47472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PARA CIENCIA DE DADOS II  |  PROJETO PRATICO FINAL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Exportacoes Brasileiras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Data Warehouse ao Machine Learning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dimensional - PostgreSQL - Analise exploratoria - Modelos preditivos - Insights de negocio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754880"/>
            <a:ext cx="2926080" cy="0"/>
          </a:xfrm>
          <a:prstGeom prst="line">
            <a:avLst/>
          </a:prstGeom>
          <a:noFill/>
          <a:ln w="25400">
            <a:solidFill>
              <a:srgbClr val="E0A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dados: </a:t>
            </a:r>
            <a:pPr indent="0" marL="0">
              <a:buNone/>
            </a:pPr>
            <a:r>
              <a:rPr lang="en-US" sz="13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Comex Stat / SECEX (2023-2026)   -   5,5 milhoes de registros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solucao de dados ponta a ponta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percorre todas as etapas de uma esteira analitica real: da coleta de dados publicos a geracao de insights de negocio, passando por modelagem dimensional, banco relacional e aprendizado de maquina.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700784" cy="21945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61288" y="2724912"/>
            <a:ext cx="658368" cy="658368"/>
          </a:xfrm>
          <a:prstGeom prst="ellipse">
            <a:avLst/>
          </a:prstGeom>
          <a:solidFill>
            <a:srgbClr val="13678A"/>
          </a:solidFill>
          <a:ln/>
        </p:spPr>
      </p:sp>
      <p:sp>
        <p:nvSpPr>
          <p:cNvPr id="7" name="Text 5"/>
          <p:cNvSpPr/>
          <p:nvPr/>
        </p:nvSpPr>
        <p:spPr>
          <a:xfrm>
            <a:off x="1161288" y="2724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5478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950208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Comex Stat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04288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459736" y="2468880"/>
            <a:ext cx="1700784" cy="21945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80944" y="2724912"/>
            <a:ext cx="658368" cy="658368"/>
          </a:xfrm>
          <a:prstGeom prst="ellipse">
            <a:avLst/>
          </a:prstGeom>
          <a:solidFill>
            <a:srgbClr val="13678A"/>
          </a:solidFill>
          <a:ln/>
        </p:spPr>
      </p:sp>
      <p:sp>
        <p:nvSpPr>
          <p:cNvPr id="13" name="Text 11"/>
          <p:cNvSpPr/>
          <p:nvPr/>
        </p:nvSpPr>
        <p:spPr>
          <a:xfrm>
            <a:off x="2980944" y="2724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51176" y="35478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Modelagem DW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51176" y="3950208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dimensional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23944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279392" y="2468880"/>
            <a:ext cx="1700784" cy="21945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724912"/>
            <a:ext cx="658368" cy="658368"/>
          </a:xfrm>
          <a:prstGeom prst="ellipse">
            <a:avLst/>
          </a:prstGeom>
          <a:solidFill>
            <a:srgbClr val="13678A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724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370832" y="35478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70832" y="3950208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ETL + Views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0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099048" y="2468880"/>
            <a:ext cx="1700784" cy="21945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20256" y="2724912"/>
            <a:ext cx="658368" cy="658368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25" name="Text 23"/>
          <p:cNvSpPr/>
          <p:nvPr/>
        </p:nvSpPr>
        <p:spPr>
          <a:xfrm>
            <a:off x="6620256" y="2724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90488" y="35478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90488" y="3950208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exploratoria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63256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7918704" y="2468880"/>
            <a:ext cx="1700784" cy="21945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39912" y="2724912"/>
            <a:ext cx="658368" cy="658368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31" name="Text 29"/>
          <p:cNvSpPr/>
          <p:nvPr/>
        </p:nvSpPr>
        <p:spPr>
          <a:xfrm>
            <a:off x="8439912" y="2724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010144" y="35478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010144" y="3950208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Classificacao + Regressao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582912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9738360" y="2468880"/>
            <a:ext cx="1700784" cy="21945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259568" y="2724912"/>
            <a:ext cx="658368" cy="658368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37" name="Text 35"/>
          <p:cNvSpPr/>
          <p:nvPr/>
        </p:nvSpPr>
        <p:spPr>
          <a:xfrm>
            <a:off x="10259568" y="2724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829800" y="35478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829800" y="3950208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Decisoes de negocio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COLETA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dataset: comercio exterior brasileiro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oficial de exportacoes do Brasil publicada pelo Comex Stat (SECEX/MDIC), com granularidade de transacao por produto, destino, estado de origem e periodo.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53288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 mi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exportacao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331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53288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2023-2026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11880" y="3200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coberto (2026 parcial)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331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53288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46520" y="3200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paises de destino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0" y="2331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35440" y="253288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8.811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281160" y="3200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(codigos NCM)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251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Variaveis NUMERICAS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6634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vl_fob - valor exportado (US$)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kg_liquido - peso liquido (kg)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valor_medio_kg - valor agregado (US$/kg)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qt_estat - quantidade estatistica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023360"/>
            <a:ext cx="542239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29400" y="4251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Variaveis CATEGORICAS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46634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co_pais - pais de destino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sg_uf_ncm - estado / regiao de origem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co_ncm - produto e capitulo NCM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co_via - modal de transporte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MODELAGEM DO DATA WAREHOUSE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Schema: 1 fato + 4 dimensoes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94560" y="3200400"/>
            <a:ext cx="2103120" cy="1280160"/>
          </a:xfrm>
          <a:prstGeom prst="roundRect">
            <a:avLst>
              <a:gd name="adj" fmla="val 4286"/>
            </a:avLst>
          </a:prstGeom>
          <a:solidFill>
            <a:srgbClr val="E0A03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94560" y="32461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FACT_EXPORTACAO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vl_fob - kg_liquido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3840480"/>
            <a:ext cx="0" cy="-1920240"/>
          </a:xfrm>
          <a:prstGeom prst="line">
            <a:avLst/>
          </a:prstGeom>
          <a:noFill/>
          <a:ln w="19050">
            <a:solidFill>
              <a:srgbClr val="13678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246120" y="3840480"/>
            <a:ext cx="2468880" cy="0"/>
          </a:xfrm>
          <a:prstGeom prst="line">
            <a:avLst/>
          </a:prstGeom>
          <a:noFill/>
          <a:ln w="19050">
            <a:solidFill>
              <a:srgbClr val="13678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246120" y="3840480"/>
            <a:ext cx="0" cy="1920240"/>
          </a:xfrm>
          <a:prstGeom prst="line">
            <a:avLst/>
          </a:prstGeom>
          <a:noFill/>
          <a:ln w="19050">
            <a:solidFill>
              <a:srgbClr val="13678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246120" y="3840480"/>
            <a:ext cx="-2468880" cy="0"/>
          </a:xfrm>
          <a:prstGeom prst="line">
            <a:avLst/>
          </a:prstGeom>
          <a:noFill/>
          <a:ln w="19050">
            <a:solidFill>
              <a:srgbClr val="13678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331720" y="14630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3678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3172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dim_tempo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ano, mes, trimestre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00600" y="338328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3678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3383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dim_pais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nome do pais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31720" y="530352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3678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31720" y="5303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dim_estado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estado, regiao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-137160" y="338328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3678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-137160" y="3383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dim_ncm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produto, capitulo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49440" y="1554480"/>
            <a:ext cx="4572000" cy="46634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1783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Tecnicas aplicadas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23760" y="2322576"/>
            <a:ext cx="146304" cy="146304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2221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98080" y="25328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central ligado diretamente a cada dimensao, sem normalizacao em floco.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223760" y="3300984"/>
            <a:ext cx="146304" cy="146304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Dimensoes desnormalizadas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498080" y="35112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dim_estado ja traz estado + regiao na mesma tabela.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223760" y="4279392"/>
            <a:ext cx="146304" cy="146304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4178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Dimensao conformada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0" y="44897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dim_tempo reutilizavel por qualquer fato e por todas as views.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223760" y="5257800"/>
            <a:ext cx="146304" cy="146304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51572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Chaves substitutas (surrogate)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498080" y="54681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id_tempo, id_pais, id_estado, id_ncm como inteiros sequenciais.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IMPLEMENTACAO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no PostgreSQL e views analiticas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comex_dw criado no PostgreSQL. As tabelas sao carregadas via Python (SQLAlchemy + Pandas) a partir dos arquivos Parquet, e duas views consolidam as consultas de negocio.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55778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Tabela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Tipo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Registros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dim_estado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dim_tempo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dim_pais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dim_ncm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fact_exportacao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5.561.220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carregado: 5,57 milhoes de linhas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583680" y="233172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0" y="2514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vw_exportacao_detalhada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0" y="29260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o fato a todas as dimensoes - granularidade de transacao com ano, trimestre, pais, regiao, produto e valor agregado por kg.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0" y="420624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0" y="4389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vw_exportacao_por_pais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0" y="4800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por pais: valor total exportado, peso total e preco medio por kg - base direta para os rankings de destino.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PREPARACAO DA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Tratamento e enriquecimento dos dados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035040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13678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Limpeza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Remocao de 431.417 registros com valor ou peso nulo/invalido (~7,8%), que impediam o calculo do valor agregado.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6035040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90088"/>
            <a:ext cx="502920" cy="502920"/>
          </a:xfrm>
          <a:prstGeom prst="ellipse">
            <a:avLst/>
          </a:prstGeom>
          <a:solidFill>
            <a:srgbClr val="13678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8529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Recalculo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54480" y="317296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valor_medio_kg = vl_fob / kg_liquido recomputado apos a limpeza, garantindo consistencia.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77056"/>
            <a:ext cx="6035040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151376"/>
            <a:ext cx="502920" cy="502920"/>
          </a:xfrm>
          <a:prstGeom prst="ellipse">
            <a:avLst/>
          </a:prstGeom>
          <a:solidFill>
            <a:srgbClr val="13678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51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0142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Enriquecimento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54480" y="43342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Juncao com as dimensoes para trazer nomes legiveis de pais, estado e regiao.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038344"/>
            <a:ext cx="6035040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312664"/>
            <a:ext cx="502920" cy="502920"/>
          </a:xfrm>
          <a:prstGeom prst="ellipse">
            <a:avLst/>
          </a:prstGeom>
          <a:solidFill>
            <a:srgbClr val="13678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312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51755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Novas variaveis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54480" y="549554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Criacao de capitulo NCM, categoria de produto, modal de transporte e trimestre.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0" y="1737360"/>
            <a:ext cx="4206240" cy="4114800"/>
          </a:xfrm>
          <a:prstGeom prst="roundRect">
            <a:avLst>
              <a:gd name="adj" fmla="val 177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89520" y="1965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base bruta a base analitica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58952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EC2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5.561.220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58952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brutos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8952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58952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5.129.803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758952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validos para analise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89520" y="5029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variaveis tratadas e prontas para EDA e ML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ANALISE EXPLORATORIA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Distribuicao: valor e valor agregado</a:t>
            </a:r>
            <a:endParaRPr lang="en-US" sz="3000" dirty="0"/>
          </a:p>
        </p:txBody>
      </p:sp>
      <p:pic>
        <p:nvPicPr>
          <p:cNvPr id="4" name="Image 0" descr="img/eda_distribui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949440" cy="244980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691640"/>
            <a:ext cx="3749040" cy="40233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46720" y="2331720"/>
            <a:ext cx="3246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assimetria: muitas transacoes pequenas e poucas gigantes - por isso a escala log.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FOB segue distribuicao aproximadamente log-normal.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~US$ 9/kg: metade das exportacoes e de baixo valor agregado (commodities).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ANALISE EXPLORATORIA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Comparacao entre categorias</a:t>
            </a:r>
            <a:endParaRPr lang="en-US" sz="3000" dirty="0"/>
          </a:p>
        </p:txBody>
      </p:sp>
      <p:pic>
        <p:nvPicPr>
          <p:cNvPr id="4" name="Image 0" descr="img/eda_categor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6766560" cy="494881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600200"/>
            <a:ext cx="3913632" cy="448056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0956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Destaques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909560" y="2240280"/>
            <a:ext cx="3429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lidera com folga, seguida pelos EUA: pauta muito concentrada em destino.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Regiao Sudeste responde por metade do valor exportado.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maritimo domina em valor - tipico de commodities.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produtos: combustiveis, soja, minerios e carnes.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ANALISE EXPLORATORIA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Evolucao temporal das exportacoes</a:t>
            </a:r>
            <a:endParaRPr lang="en-US" sz="3000" dirty="0"/>
          </a:p>
        </p:txBody>
      </p:sp>
      <p:pic>
        <p:nvPicPr>
          <p:cNvPr id="4" name="Image 0" descr="img/eda_temp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7315200" cy="27807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78308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6676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66760" y="23774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a 2025 estaveis em ~US$ 340 bi/ano. Sem crescimento real: pauta madura e dependente de preco de commodities.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138160" y="39776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BEFD6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36676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Atencao na leitura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66760" y="4572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queda de 2026 e artificial: o ano so tem dados de jan a mai. Nao representa retracao real.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Abordagem: prever valor agregado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908792" cy="1051560"/>
          </a:xfrm>
          <a:prstGeom prst="roundRect">
            <a:avLst>
              <a:gd name="adj" fmla="val 608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08760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de negocio: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caracteriza uma exportacao de ALTO VALOR AGREGADO (US$/kg acima da mediana)?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56235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9992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Alvo (classificacao)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alto_valor = 1 se US$/kg &gt;= mediana (US$ 9). Corte na mediana gera classes balanceadas (50/50).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37960" y="2834640"/>
            <a:ext cx="56235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12280" y="29992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estruturais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12280" y="33832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Regiao de origem, destino, capitulo do produto, modal de transporte, volume e trimestre.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56235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5994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vazamento de dados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9834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vl_fob e valor_medio_kg NAO entram como features - evita prever o alvo a partir dele mesmo.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37960" y="4434840"/>
            <a:ext cx="56235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45994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Treino / teste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12280" y="49834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Divisao 70% / 30% estratificada + padronizacao (StandardScaler) para KNN e Regressao Logistica.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da classificacao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766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6916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18388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modelo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83880" y="2194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Reg. Logistica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18388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0,832   |   Acuracia = 0,833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8388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balanceadas (50/50)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955280" y="365760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18388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Metricas avaliadas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83880" y="42519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Acuracia, Precision, Recall e F1-score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confusao por modelo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modelos ficaram entre 81% e 83%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Matrizes de confusao</a:t>
            </a:r>
            <a:endParaRPr lang="en-US" sz="3000" dirty="0"/>
          </a:p>
        </p:txBody>
      </p:sp>
      <p:pic>
        <p:nvPicPr>
          <p:cNvPr id="4" name="Image 0" descr="img/ml_confus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4572000" cy="44047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920240"/>
            <a:ext cx="55778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6364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interpretar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263640" y="26060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diagonal principal concentra os acertos: o modelo separa bem 'baixo' de 'alto' valor agregado.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equilibrados entre as duas classes - nao ha vies para um lado, reflexo das classes balanceadas.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 Regressao Logistica apresentam as matrizes mais limpas.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COMPARACAO DE MODELOS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o melhor e por que?</a:t>
            </a:r>
            <a:endParaRPr lang="en-US" sz="3000" dirty="0"/>
          </a:p>
        </p:txBody>
      </p:sp>
      <p:pic>
        <p:nvPicPr>
          <p:cNvPr id="4" name="Image 0" descr="img/ml_importa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4560"/>
            <a:ext cx="5120640" cy="28192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120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Variaveis mais influentes (Random Forest)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852160" y="1645920"/>
            <a:ext cx="56967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teve melhor desempenho?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26480" y="2121408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Regressao Logistica e Random Forest lideram em F1; KNN logo atras e a Arvore unica um pouco abaixo (tende a sobreajustar).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3163824"/>
            <a:ext cx="56967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26480" y="330098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26480" y="3639312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sinal e estrutural e quase linear: capitulo do produto e modal quase determinam a faixa de valor. Sem fronteira complexa, o modelo linear compete de igual para igual.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52160" y="4681728"/>
            <a:ext cx="56967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26480" y="48188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dados influenciaram?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26480" y="5157216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Sim. Corte na mediana equilibrou as classes; excluir vl_fob/valor_medio_kg evitou vazamento; a transformacao log viabilizou a regressao.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Regressao Linear: previsao do valor FOB</a:t>
            </a:r>
            <a:endParaRPr lang="en-US" sz="3000" dirty="0"/>
          </a:p>
        </p:txBody>
      </p:sp>
      <p:pic>
        <p:nvPicPr>
          <p:cNvPr id="4" name="Image 0" descr="img/ml_regress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1148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06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 vs. real (log do valor FOB)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212080" y="1828800"/>
            <a:ext cx="63093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0" y="21031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949440" y="20116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0,857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59536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variacao do valor explicada pelo modelo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212080" y="3154680"/>
            <a:ext cx="63093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0" y="3429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949440" y="33375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0,85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595360" y="3429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medio absoluto (escala log)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12080" y="4480560"/>
            <a:ext cx="63093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86400" y="4754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949440" y="4663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1,17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595360" y="4754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do erro quadratico medio (log)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12080" y="585216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sem usar o valor agregado, fatores estruturais (volume, produto, modal) explicam ~86% do valor de uma exportacao: a pauta e altamente previsivel e rigida.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INSIGHTS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leituras estrategicas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157984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029968"/>
            <a:ext cx="512064" cy="512064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6974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5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29,4%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Dependencia da China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41605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Sozinha, a China absorve quase 1/3 do valor exportado; os 5 maiores destinos somam 51%.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07792" y="1737360"/>
            <a:ext cx="2157984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30752" y="2029968"/>
            <a:ext cx="512064" cy="512064"/>
          </a:xfrm>
          <a:prstGeom prst="ellipse">
            <a:avLst/>
          </a:prstGeom>
          <a:solidFill>
            <a:srgbClr val="13678A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26974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044952" y="338328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Concentracao no Sudeste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72384" y="41605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das exportacoes sai de uma unica regiao - forte desigualdade territorial.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75504" y="1737360"/>
            <a:ext cx="2157984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98464" y="2029968"/>
            <a:ext cx="512064" cy="512064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16" name="Text 14"/>
          <p:cNvSpPr/>
          <p:nvPr/>
        </p:nvSpPr>
        <p:spPr>
          <a:xfrm>
            <a:off x="5285232" y="26974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~11x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12664" y="338328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Commodity navega, nobre voa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40096" y="41605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por kg no modal aereo (US$ 54) e ~11x o maritimo (US$ 4,7).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43216" y="1737360"/>
            <a:ext cx="2157984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66176" y="2029968"/>
            <a:ext cx="512064" cy="512064"/>
          </a:xfrm>
          <a:prstGeom prst="ellipse">
            <a:avLst/>
          </a:prstGeom>
          <a:solidFill>
            <a:srgbClr val="3B8A5A"/>
          </a:solidFill>
          <a:ln/>
        </p:spPr>
      </p:sp>
      <p:sp>
        <p:nvSpPr>
          <p:cNvPr id="21" name="Text 19"/>
          <p:cNvSpPr/>
          <p:nvPr/>
        </p:nvSpPr>
        <p:spPr>
          <a:xfrm>
            <a:off x="7552944" y="26974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580376" y="338328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Pauta de commodities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607808" y="41605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Combustiveis, soja, minerios e carnes lideram - baixo valor agregado.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10928" y="1737360"/>
            <a:ext cx="2157984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533888" y="202996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9820656" y="26974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~US$340 bi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848088" y="338328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Estabilidade sem crescimento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875520" y="41605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anual estavel em 2023-2025: pauta madura e exposta a preco de commodity.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029200" cy="5029200"/>
          </a:xfrm>
          <a:prstGeom prst="ellipse">
            <a:avLst/>
          </a:prstGeom>
          <a:solidFill>
            <a:srgbClr val="13678A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DECISOES BASEADAS EM DADOS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Recomendacoes de negocio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12325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Diversificar destinos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4871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a dependencia da China com promocao comercial em novos mercados (Sudeste Asiatico, Africa, Oriente Medio).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12325A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3383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Agregar valor a pauta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7673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Incentivar a industrializacao: exportar produto processado em vez de grao ou minerio bruto eleva o US$/kg.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48056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12325A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800600"/>
            <a:ext cx="502920" cy="502920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46634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Destravar regioes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50474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em logistica no Norte, Nordeste e Centro-Oeste para reduzir a concentracao no Sudeste.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  -  Perguntas?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Exportacoes Brasileiras: do Data Warehouse ao Machine Learning</dc:title>
  <dc:subject>PptxGenJS Presentation</dc:subject>
  <dc:creator>Projeto Final - Ciencia de Dados II</dc:creator>
  <cp:lastModifiedBy>Projeto Final - Ciencia de Dados II</cp:lastModifiedBy>
  <cp:revision>1</cp:revision>
  <dcterms:created xsi:type="dcterms:W3CDTF">2026-06-24T12:14:14Z</dcterms:created>
  <dcterms:modified xsi:type="dcterms:W3CDTF">2026-06-24T12:14:14Z</dcterms:modified>
</cp:coreProperties>
</file>